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1463040"/>
            <a:ext cx="2007751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49039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154D31"/>
                </a:solidFill>
                <a:latin typeface="Hind Siliguri"/>
              </a:rPr>
              <a:t>Jobab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6C645A"/>
                </a:solidFill>
                <a:latin typeface="Hind Siliguri"/>
              </a:rPr>
              <a:t>AI shop assistant for Bangladeshi merchants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C645A"/>
                </a:solidFill>
                <a:latin typeface="Hind Siliguri"/>
              </a:rPr>
              <a:t>[Your name] · Founder · hello@jobab.com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54D31"/>
                </a:solidFill>
                <a:latin typeface="Hind Siliguri"/>
              </a:rPr>
              <a:t>60% of Bangladeshi small retail happens on Facebook DMs.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C645A"/>
                </a:solidFill>
                <a:latin typeface="Hind Siliguri"/>
              </a:rPr>
              <a:t>The average shop owner: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A2722"/>
                </a:solidFill>
                <a:latin typeface="Hind Siliguri"/>
              </a:rPr>
              <a:t>200+ customer DMs every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A2722"/>
                </a:solidFill>
                <a:latin typeface="Hind Siliguri"/>
              </a:rPr>
              <a:t>6+ hours/day replying manually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A6B0E"/>
                </a:solidFill>
                <a:latin typeface="Hind Siliguri"/>
              </a:rPr>
              <a:t>৳15,000+/month in missed sales while sleeping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2A2722"/>
                </a:solidFill>
                <a:latin typeface="Hind Siliguri"/>
              </a:rPr>
              <a:t>An AI that answers customer DMs in Bangla, takes orders,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2A2722"/>
                </a:solidFill>
                <a:latin typeface="Hind Siliguri"/>
              </a:rPr>
              <a:t>sends bKash links, and hands off to a human when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9445752" cy="24688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C645A"/>
                </a:solidFill>
                <a:latin typeface="Hind Siliguri"/>
              </a:rPr>
              <a:t>[ screenshot of the Jobab inbox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How it works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822960" cy="822960"/>
          </a:xfrm>
          <a:prstGeom prst="ellipse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nd Siligu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2722"/>
                </a:solidFill>
                <a:latin typeface="Hind Siliguri"/>
              </a:rPr>
              <a:t>Connect your Facebook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One click. OAuth. Done.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00400"/>
            <a:ext cx="822960" cy="822960"/>
          </a:xfrm>
          <a:prstGeom prst="ellipse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nd Siligu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004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2722"/>
                </a:solidFill>
                <a:latin typeface="Hind Siliguri"/>
              </a:rPr>
              <a:t>AI runs the conversation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7033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Replies in Bangla, recognises products from photos,</a:t>
            </a:r>
          </a:p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takes orders, generates bKash payment links.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754880"/>
            <a:ext cx="822960" cy="822960"/>
          </a:xfrm>
          <a:prstGeom prst="ellipse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73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nd Siligu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754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2722"/>
                </a:solidFill>
                <a:latin typeface="Hind Siliguri"/>
              </a:rPr>
              <a:t>You watch live and step in when you want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2578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Take over any thread. Hand back when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6B0E"/>
                </a:solidFill>
                <a:latin typeface="Hind Siliguri"/>
              </a:rPr>
              <a:t>→ live demo at this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73152" cy="914400"/>
          </a:xfrm>
          <a:prstGeom prst="rect">
            <a:avLst/>
          </a:prstGeom>
          <a:solidFill>
            <a:srgbClr val="9A6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4D31"/>
                </a:solidFill>
                <a:latin typeface="Hind Siliguri"/>
              </a:rPr>
              <a:t>LLM cost dropped 10× in 18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Llama 3.3 on Groq is fast + cheap enough to make this economical.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73152" cy="914400"/>
          </a:xfrm>
          <a:prstGeom prst="rect">
            <a:avLst/>
          </a:prstGeom>
          <a:solidFill>
            <a:srgbClr val="9A6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4D31"/>
                </a:solidFill>
                <a:latin typeface="Hind Siliguri"/>
              </a:rPr>
              <a:t>Bangla AI got good in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03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Llama 4 + Jina v3 finally handle Bangla and Banglish naturally.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73152" cy="914400"/>
          </a:xfrm>
          <a:prstGeom prst="rect">
            <a:avLst/>
          </a:prstGeom>
          <a:solidFill>
            <a:srgbClr val="9A6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4D31"/>
                </a:solidFill>
                <a:latin typeface="Hind Siliguri"/>
              </a:rPr>
              <a:t>F-commerce is the dominant retail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Lazychat raised $1M in 2024 — market validated, still wide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9728" cy="10058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6E47"/>
                </a:solidFill>
                <a:latin typeface="Hind Siliguri"/>
              </a:rPr>
              <a:t>$180M 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C645A"/>
                </a:solidFill>
                <a:latin typeface="Hind Siliguri"/>
              </a:rPr>
              <a:t>500K active F-commerce shops in Bangladesh × $30 ARPU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9728" cy="1005840"/>
          </a:xfrm>
          <a:prstGeom prst="rect">
            <a:avLst/>
          </a:prstGeom>
          <a:solidFill>
            <a:srgbClr val="154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54D31"/>
                </a:solidFill>
                <a:latin typeface="Hind Siliguri"/>
              </a:rPr>
              <a:t>$30M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5661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C645A"/>
                </a:solidFill>
                <a:latin typeface="Hind Siliguri"/>
              </a:rPr>
              <a:t>50K shops with 100+ DMs/day × $50 ARPU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72000"/>
            <a:ext cx="109728" cy="1005840"/>
          </a:xfrm>
          <a:prstGeom prst="rect">
            <a:avLst/>
          </a:prstGeom>
          <a:solidFill>
            <a:srgbClr val="9A6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C645A"/>
                </a:solidFill>
                <a:latin typeface="Hind Siliguri"/>
              </a:rPr>
              <a:t>SOM (3 years)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9A6B0E"/>
                </a:solidFill>
                <a:latin typeface="Hind Siliguri"/>
              </a:rPr>
              <a:t>$2.4M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9377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C645A"/>
                </a:solidFill>
                <a:latin typeface="Hind Siliguri"/>
              </a:rPr>
              <a:t>5K paying shops × $40 ARPU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6152" y="18288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21488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A2722"/>
                </a:solidFill>
                <a:latin typeface="Hind Siliguri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74320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2A2722"/>
                </a:solidFill>
                <a:latin typeface="Hind Siliguri"/>
              </a:rPr>
              <a:t>৳999/mo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7490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C645A"/>
                </a:solidFill>
                <a:latin typeface="Hind Siliguri"/>
              </a:rPr>
              <a:t>Up to 500 conversations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1828800"/>
            <a:ext cx="3474720" cy="2743200"/>
          </a:xfrm>
          <a:prstGeom prst="roundRect">
            <a:avLst/>
          </a:prstGeom>
          <a:solidFill>
            <a:srgbClr val="1F6E47"/>
          </a:solidFill>
          <a:ln w="12700">
            <a:solidFill>
              <a:srgbClr val="1F6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21488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274320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nd Siliguri"/>
              </a:rPr>
              <a:t>৳2,999/mo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37490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4EFE6"/>
                </a:solidFill>
                <a:latin typeface="Hind Siliguri"/>
              </a:rPr>
              <a:t>Up to 2,500 + WhatsApp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14232" y="18288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21488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A2722"/>
                </a:solidFill>
                <a:latin typeface="Hind Siliguri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274320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2A2722"/>
                </a:solidFill>
                <a:latin typeface="Hind Siliguri"/>
              </a:rPr>
              <a:t>৳7,999/mo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37490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C645A"/>
                </a:solidFill>
                <a:latin typeface="Hind Siliguri"/>
              </a:rPr>
              <a:t>Unlimited · multi-page · team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C645A"/>
                </a:solidFill>
                <a:latin typeface="Hind Siliguri"/>
              </a:rPr>
              <a:t>Unit economics  ·  COGS per conversation: $0.003  ·  Gross margin on Growth: ~85%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C645A"/>
                </a:solidFill>
                <a:latin typeface="Hind Siliguri"/>
              </a:rPr>
              <a:t>AI depth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C645A"/>
                </a:solidFill>
                <a:latin typeface="Hind Siliguri"/>
              </a:rPr>
              <a:t>CRM</a:t>
            </a:r>
          </a:p>
          <a:p>
            <a:pPr algn="ctr"/>
            <a:r>
              <a:rPr sz="1200" b="0">
                <a:solidFill>
                  <a:srgbClr val="6C645A"/>
                </a:solidFill>
                <a:latin typeface="Hind Siliguri"/>
              </a:rPr>
              <a:t>↑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3429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54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2722"/>
                </a:solidFill>
                <a:latin typeface="Hind Siliguri"/>
              </a:rPr>
              <a:t>Lazychat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C645A"/>
                </a:solidFill>
                <a:latin typeface="Hind Siliguri"/>
              </a:rPr>
              <a:t>BD · $1M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828800"/>
            <a:ext cx="3429000" cy="1828800"/>
          </a:xfrm>
          <a:prstGeom prst="rect">
            <a:avLst/>
          </a:prstGeom>
          <a:solidFill>
            <a:srgbClr val="1F6E47"/>
          </a:solidFill>
          <a:ln w="9525">
            <a:solidFill>
              <a:srgbClr val="154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nd Siliguri"/>
              </a:rPr>
              <a:t>JOBAB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8346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4EFE6"/>
                </a:solidFill>
                <a:latin typeface="Hind Siliguri"/>
              </a:rPr>
              <a:t>(we are here)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657600"/>
            <a:ext cx="3429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54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0233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2722"/>
                </a:solidFill>
                <a:latin typeface="Hind Siliguri"/>
              </a:rPr>
              <a:t>Manychat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6634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C645A"/>
                </a:solidFill>
                <a:latin typeface="Hind Siliguri"/>
              </a:rPr>
              <a:t>Global · generic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657600"/>
            <a:ext cx="3429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54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0233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2722"/>
                </a:solidFill>
                <a:latin typeface="Hind Siliguri"/>
              </a:rPr>
              <a:t>AI chatbots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6634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C645A"/>
                </a:solidFill>
                <a:latin typeface="Hind Siliguri"/>
              </a:rPr>
              <a:t>General-purpose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C645A"/>
                </a:solidFill>
                <a:latin typeface="Hind Siliguri"/>
              </a:rPr>
              <a:t>We win on Bangla AI depth + photo→product matching + cost telemetry.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54D31"/>
                </a:solidFill>
                <a:latin typeface="Hind Siliguri"/>
              </a:rPr>
              <a:t>What's real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A2722"/>
                </a:solidFill>
                <a:latin typeface="Hind Siliguri"/>
              </a:rPr>
              <a:t>✓  Full product: inbox, orders, catalog,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A2722"/>
                </a:solidFill>
                <a:latin typeface="Hind Siliguri"/>
              </a:rPr>
              <a:t>✓  Facebook OAuth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A2722"/>
                </a:solidFill>
                <a:latin typeface="Hind Siliguri"/>
              </a:rPr>
              <a:t>✓  24-hour-window compliance (Meta 2026 rules)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A2722"/>
                </a:solidFill>
                <a:latin typeface="Hind Siliguri"/>
              </a:rPr>
              <a:t>✓  Vision-based product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A2722"/>
                </a:solidFill>
                <a:latin typeface="Hind Siliguri"/>
              </a:rPr>
              <a:t>✓  bKash payment link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A2722"/>
                </a:solidFill>
                <a:latin typeface="Hind Siliguri"/>
              </a:rPr>
              <a:t>✓  Open-source codebase + docs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54D31"/>
                </a:solidFill>
                <a:latin typeface="Hind Siliguri"/>
              </a:rPr>
              <a:t>Early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•  [N] merchant interviews 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•  [N] pilot merchants committed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•  Meta Business Verification: [date]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•  App Review: [submitted / pending / approved]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•  Letters of intent: [merchant 1], [merchant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Team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4EFE6"/>
          </a:solidFill>
          <a:ln w="25400">
            <a:solidFill>
              <a:srgbClr val="1F6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C645A"/>
                </a:solidFill>
                <a:latin typeface="Hind Siliguri"/>
              </a:rPr>
              <a:t>[photo]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54D31"/>
                </a:solidFill>
                <a:latin typeface="Hind Siliguri"/>
              </a:rPr>
              <a:t>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6B0E"/>
                </a:solidFill>
                <a:latin typeface="Hind Siliguri"/>
              </a:rPr>
              <a:t>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4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Built Jobab end-to-end (NestJS, Next.js, AI/ML).</a:t>
            </a:r>
          </a:p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[Your background — years in tech, prior work, education].</a:t>
            </a:r>
          </a:p>
          <a:p>
            <a:pPr algn="l"/>
            <a:r>
              <a:rPr sz="1400" b="0">
                <a:solidFill>
                  <a:srgbClr val="6C645A"/>
                </a:solidFill>
                <a:latin typeface="Hind Siliguri"/>
              </a:rPr>
              <a:t>Speaks Bangla + English natively.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54D31"/>
                </a:solidFill>
                <a:latin typeface="Hind Siliguri"/>
              </a:rPr>
              <a:t>First hires post-funding (12 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C645A"/>
                </a:solidFill>
                <a:latin typeface="Hind Siliguri"/>
              </a:rPr>
              <a:t>•  Senior full-stack engineer (Dhaka)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C645A"/>
                </a:solidFill>
                <a:latin typeface="Hind Siliguri"/>
              </a:rPr>
              <a:t>•  Merchant success / operations (Dhaka)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97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C645A"/>
                </a:solidFill>
                <a:latin typeface="Hind Siliguri"/>
              </a:rPr>
              <a:t>•  Fractional CFO (post-MRR milestone)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1F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722"/>
                </a:solidFill>
                <a:latin typeface="Hind Siligu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54D31"/>
                </a:solidFill>
                <a:latin typeface="Hind Siliguri"/>
              </a:rPr>
              <a:t>$400K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6C645A"/>
                </a:solidFill>
                <a:latin typeface="Hind Siliguri"/>
              </a:rPr>
              <a:t>18-month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54D31"/>
                </a:solidFill>
                <a:latin typeface="Hind Siliguri"/>
              </a:rPr>
              <a:t>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100 paying merchants by month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$50K MRR by month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App Review approved + WhatsApp Cloud live by 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Series A ready by month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54D31"/>
                </a:solidFill>
                <a:latin typeface="Hind Siliguri"/>
              </a:rPr>
              <a:t>Use of 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690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Engineering (1 senior eng)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40690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9A6B0E"/>
                </a:solidFill>
                <a:latin typeface="Hind Siligu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348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Merchant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443484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9A6B0E"/>
                </a:solidFill>
                <a:latin typeface="Hind Siliguri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006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Marketing + outreach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48006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9A6B0E"/>
                </a:solidFill>
                <a:latin typeface="Hind Siligur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66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5166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9A6B0E"/>
                </a:solidFill>
                <a:latin typeface="Hind Siligu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532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722"/>
                </a:solidFill>
                <a:latin typeface="Hind Siliguri"/>
              </a:rPr>
              <a:t>• 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55321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9A6B0E"/>
                </a:solidFill>
                <a:latin typeface="Hind Siliguri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45A"/>
                </a:solidFill>
                <a:latin typeface="Hind Siliguri"/>
              </a:rPr>
              <a:t>Jobab · pre-seed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45A"/>
                </a:solidFill>
                <a:latin typeface="Hind Siligu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640080"/>
            <a:ext cx="1460182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nd Siliguri"/>
              </a:rPr>
              <a:t>Let's give 50,000 Bangladeshi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nd Siliguri"/>
              </a:rPr>
              <a:t>shop owners their evenings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4EFE6"/>
                </a:solidFill>
                <a:latin typeface="Hind Siliguri"/>
              </a:rPr>
              <a:t>[Your name]  ·  hello@jobab.com  ·  +880 1XXX-XXXXXX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AF7F2"/>
                </a:solidFill>
                <a:latin typeface="Hind Siliguri"/>
              </a:rPr>
              <a:t>Live docs: siraajul.github.io/jobab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AF7F2"/>
                </a:solidFill>
                <a:latin typeface="Hind Siliguri"/>
              </a:rPr>
              <a:t>Repo: github.com/siraajul/jobab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